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sldIdLst>
    <p:sldId id="256" r:id="rId4"/>
    <p:sldId id="257" r:id="rId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106560" y="2880"/>
            <a:ext cx="12084840" cy="742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838080" y="1066680"/>
            <a:ext cx="10515240" cy="504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73B1FDD-9C9D-4F8B-A5B8-0DB255BED5D9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0" name="Picture 6" descr="A close-up of a pool&#10;&#10;AI-generated content may be incorrect."/>
          <p:cNvPicPr/>
          <p:nvPr/>
        </p:nvPicPr>
        <p:blipFill>
          <a:blip r:embed="rId2"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ln w="0">
            <a:noFill/>
          </a:ln>
        </p:spPr>
      </p:pic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199440" y="2805840"/>
            <a:ext cx="11710080" cy="98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90000"/>
              </a:lnSpc>
              <a:buNone/>
            </a:pPr>
            <a:r>
              <a:rPr b="1" lang="en-US" sz="5000" spc="-1" strike="noStrike">
                <a:solidFill>
                  <a:srgbClr val="00274b"/>
                </a:solidFill>
                <a:latin typeface="Calibri"/>
              </a:rPr>
              <a:t>Session Title Here</a:t>
            </a:r>
            <a:endParaRPr b="0" lang="en-US" sz="5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" name="Slide Number Placeholder 5"/>
          <p:cNvSpPr/>
          <p:nvPr/>
        </p:nvSpPr>
        <p:spPr>
          <a:xfrm>
            <a:off x="199440" y="133920"/>
            <a:ext cx="9049680" cy="89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4000" spc="-1" strike="noStrike">
                <a:solidFill>
                  <a:srgbClr val="3d6b38"/>
                </a:solidFill>
                <a:latin typeface="Calibri"/>
              </a:rPr>
              <a:t>Actuarial &amp; Finance</a:t>
            </a:r>
            <a:endParaRPr b="0" lang="en-US" sz="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/>
          <p:nvPr/>
        </p:nvSpPr>
        <p:spPr>
          <a:xfrm>
            <a:off x="0" y="0"/>
            <a:ext cx="12191760" cy="745560"/>
          </a:xfrm>
          <a:prstGeom prst="rect">
            <a:avLst/>
          </a:prstGeom>
          <a:solidFill>
            <a:srgbClr val="9cccb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06560" y="2880"/>
            <a:ext cx="12084840" cy="7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914400"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 Light"/>
              </a:rPr>
              <a:t>Slide Title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066680"/>
            <a:ext cx="10515240" cy="504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6858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sldNum" idx="1"/>
          </p:nvPr>
        </p:nvSpPr>
        <p:spPr>
          <a:xfrm>
            <a:off x="10750320" y="6321960"/>
            <a:ext cx="441720" cy="45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1" lang="en-US" sz="14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CE1504-2552-4C59-A3EE-4929BD862019}" type="slidenum">
              <a:rPr b="1" lang="en-US" sz="14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Slide Number Placeholder 5"/>
          <p:cNvSpPr/>
          <p:nvPr/>
        </p:nvSpPr>
        <p:spPr>
          <a:xfrm>
            <a:off x="115920" y="6289200"/>
            <a:ext cx="650916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en-US" sz="1800" spc="-1" strike="noStrike">
                <a:solidFill>
                  <a:schemeClr val="dk1"/>
                </a:solidFill>
                <a:latin typeface="Calibri"/>
              </a:rPr>
              <a:t>AI in Actuarial and Finance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" name="Picture 4" descr="A picture containing icon&#10;&#10;Description automatically generated"/>
          <p:cNvPicPr/>
          <p:nvPr/>
        </p:nvPicPr>
        <p:blipFill>
          <a:blip r:embed="rId2"/>
          <a:srcRect l="0" t="27784" r="0" b="23024"/>
          <a:stretch/>
        </p:blipFill>
        <p:spPr>
          <a:xfrm>
            <a:off x="11247120" y="6334920"/>
            <a:ext cx="861120" cy="423360"/>
          </a:xfrm>
          <a:prstGeom prst="rect">
            <a:avLst/>
          </a:prstGeom>
          <a:ln w="0">
            <a:noFill/>
          </a:ln>
        </p:spPr>
      </p:pic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99440" y="2805840"/>
            <a:ext cx="11710080" cy="98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1" lang="en-US" sz="5000" spc="-1" strike="noStrike">
              <a:solidFill>
                <a:srgbClr val="00274b"/>
              </a:solidFill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subTitle"/>
          </p:nvPr>
        </p:nvSpPr>
        <p:spPr>
          <a:xfrm>
            <a:off x="199440" y="1348920"/>
            <a:ext cx="7735320" cy="1238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>
              <a:buNone/>
            </a:pPr>
            <a:endParaRPr b="1" lang="en-US" sz="24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06560" y="2880"/>
            <a:ext cx="12084840" cy="74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>
              <a:buNone/>
            </a:pPr>
            <a:endParaRPr b="0" lang="en-US" sz="4400" spc="-1" strike="noStrike">
              <a:solidFill>
                <a:schemeClr val="dk1"/>
              </a:solidFill>
              <a:latin typeface="Calibri Light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066680"/>
            <a:ext cx="10515240" cy="504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2019-10-23T19:32:03Z</dcterms:created>
  <dc:creator>robert eaton</dc:creator>
  <dc:description/>
  <dc:language>en-US</dc:language>
  <cp:lastModifiedBy/>
  <dcterms:modified xsi:type="dcterms:W3CDTF">2026-01-07T10:46:03Z</dcterms:modified>
  <cp:revision>33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</vt:i4>
  </property>
</Properties>
</file>